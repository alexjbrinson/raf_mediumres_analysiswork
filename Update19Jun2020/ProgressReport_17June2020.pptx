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0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788" y="-8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1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29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1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4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33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095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3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0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5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08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B2A70-0F9E-4F0C-BA57-B96D9B28A458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A3C97-27AC-4525-9C61-D6115AEE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9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Why my analysis felt like a garbage fire</a:t>
            </a:r>
            <a:br>
              <a:rPr lang="en-US" dirty="0" smtClean="0"/>
            </a:br>
            <a:r>
              <a:rPr lang="en-US" dirty="0" smtClean="0"/>
              <a:t>(and how it’s getting better)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743200" y="1828800"/>
            <a:ext cx="3346468" cy="5029200"/>
            <a:chOff x="2743200" y="1143000"/>
            <a:chExt cx="3802804" cy="5715000"/>
          </a:xfrm>
        </p:grpSpPr>
        <p:pic>
          <p:nvPicPr>
            <p:cNvPr id="5122" name="Picture 2" descr="C:\Users\Alex Brinson\AppData\Local\Microsoft\Windows\INetCache\IE\Z4WJSZJY\garbage-40357_960_720[1]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3200" y="2895600"/>
              <a:ext cx="3802804" cy="3962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6" t="8505" r="20157"/>
            <a:stretch/>
          </p:blipFill>
          <p:spPr bwMode="auto">
            <a:xfrm>
              <a:off x="3241098" y="1143000"/>
              <a:ext cx="3304906" cy="2459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2344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lex Brinson\Documents\Research\GarciaRuizLab\RaF\RaF_MediumRes\RaF_MediumRes_AnalysisWork\FitResults\IsotopeShiftVsChargeRadTransitions_SkewedMu_forceOrigTru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599"/>
            <a:ext cx="9144000" cy="5486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lex Brinson\Documents\Research\GarciaRuizLab\RaF\RaF_MediumRes\RaF_MediumRes_AnalysisWork\FitResults\IsotopeShiftVsChargeRadTransitions_LocMaxFit_forceOrigTru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" y="1390650"/>
            <a:ext cx="91440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30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 descr="C:\Users\Alex Brinson\Documents\Research\GarciaRuizLab\RaF\RaF_MediumRes\RaF_MediumRes_AnalysisWork\FitResults\Mass245Fits\Scan[2309, 2310, 2320]Fits\res0.05\Mass245_Scan[2309, 2310, 2320]_610bins_4peaksFit_Subsamp0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"/>
          <a:stretch/>
        </p:blipFill>
        <p:spPr bwMode="auto">
          <a:xfrm>
            <a:off x="0" y="380999"/>
            <a:ext cx="9144000" cy="579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40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C:\Users\Alex Brinson\Documents\Research\GarciaRuizLab\RaF\RaF_MediumRes\RaF_MediumRes_AnalysisWork\Update19Jun2020\SmoothingFull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7" t="3380" r="8818" b="5583"/>
          <a:stretch/>
        </p:blipFill>
        <p:spPr bwMode="auto">
          <a:xfrm>
            <a:off x="205381" y="1901189"/>
            <a:ext cx="8252819" cy="4423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70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C:\Users\Alex Brinson\Documents\Research\GarciaRuizLab\RaF\RaF_MediumRes\RaF_MediumRes_AnalysisWork\Update19Jun2020\TreatingWholeDatasetAsRandomSamplePt1.PN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16" r="7273"/>
          <a:stretch/>
        </p:blipFill>
        <p:spPr bwMode="auto">
          <a:xfrm>
            <a:off x="4480560" y="765810"/>
            <a:ext cx="4663440" cy="6092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Alex Brinson\Documents\Research\GarciaRuizLab\RaF\RaF_MediumRes\RaF_MediumRes_AnalysisWork\FitResults\OldFitsTo3Peaks_18Jun2020\Mass244Fits\Scan[2304, 2305, 2306]Fits\res0.05\Mass244_Scan[2304, 2305, 2306]_411bins_3peaksFit_Subsamp2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4" r="6776"/>
          <a:stretch/>
        </p:blipFill>
        <p:spPr bwMode="auto">
          <a:xfrm>
            <a:off x="0" y="1524000"/>
            <a:ext cx="4757163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04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8</Words>
  <Application>Microsoft Office PowerPoint</Application>
  <PresentationFormat>On-screen Show (4:3)</PresentationFormat>
  <Paragraphs>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Why my analysis felt like a garbage fire (and how it’s getting better)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Brinson</dc:creator>
  <cp:lastModifiedBy>Alex Brinson</cp:lastModifiedBy>
  <cp:revision>7</cp:revision>
  <dcterms:created xsi:type="dcterms:W3CDTF">2020-06-17T02:41:21Z</dcterms:created>
  <dcterms:modified xsi:type="dcterms:W3CDTF">2020-06-19T14:04:44Z</dcterms:modified>
</cp:coreProperties>
</file>