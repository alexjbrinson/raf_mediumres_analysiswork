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2" r:id="rId4"/>
    <p:sldId id="273" r:id="rId5"/>
    <p:sldId id="265" r:id="rId6"/>
    <p:sldId id="266" r:id="rId7"/>
    <p:sldId id="267" r:id="rId8"/>
    <p:sldId id="268" r:id="rId9"/>
    <p:sldId id="269" r:id="rId10"/>
    <p:sldId id="270" r:id="rId11"/>
    <p:sldId id="274" r:id="rId12"/>
    <p:sldId id="275" r:id="rId13"/>
    <p:sldId id="276" r:id="rId14"/>
    <p:sldId id="277" r:id="rId15"/>
    <p:sldId id="27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-109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62057-519F-4AE5-A658-3681592C67F1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CCB8A-9A4F-4EBC-85E3-964BF401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3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CCB8A-9A4F-4EBC-85E3-964BF4013F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5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CCB8A-9A4F-4EBC-85E3-964BF4013F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CCB8A-9A4F-4EBC-85E3-964BF4013F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6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1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8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1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4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8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1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686B9-A6E5-4074-B901-29AFC34CC14B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2DC1F-4EF5-4727-B48D-511945E04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Isotope Shift Analysis for </a:t>
            </a:r>
            <a:r>
              <a:rPr lang="en-US" dirty="0" err="1" smtClean="0"/>
              <a:t>RaF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Alex Brinson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7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lex Brinson\Documents\Research\GarciaRuizLab\RaF\RaF_MediumRes\RaF_MediumRes_AnalysisWork\IsotopeShiftAnalysis\EveryIsotopeIsovibronicSpectra\IsovibronicSpectraDifferentRaFIsotopes_NormalizedOnMaxVal_FullRan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7" r="9417"/>
          <a:stretch/>
        </p:blipFill>
        <p:spPr bwMode="auto">
          <a:xfrm>
            <a:off x="0" y="1205007"/>
            <a:ext cx="9144000" cy="565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8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C:\Users\Alex Brinson\Documents\Research\GarciaRuizLab\RaF\RaF_MediumRes\RaF_MediumRes_AnalysisWork\IsotopeShiftAnalysis\EveryIsotopeIsovibronicSpectra\IsovibronicSpectraDifferentRaFIsotopes_NormalizedOnMaxVal_1PeakZoo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9648"/>
          <a:stretch/>
        </p:blipFill>
        <p:spPr bwMode="auto">
          <a:xfrm>
            <a:off x="0" y="1146027"/>
            <a:ext cx="9144000" cy="571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7696200" y="2057400"/>
            <a:ext cx="381000" cy="381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7620000" y="2286000"/>
            <a:ext cx="495300" cy="457200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7620000" y="2514600"/>
            <a:ext cx="457200" cy="45720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543800" y="2743200"/>
            <a:ext cx="533400" cy="609600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315200" y="2971800"/>
            <a:ext cx="762000" cy="762000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8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lex Brinson\Documents\Research\GarciaRuizLab\RaF\RaF_MediumRes\RaF_MediumRes_AnalysisWork\IsotopeShiftAnalysis\EveryIsotopeIsovibronicSpectra\IsovibronicSpectraDifferentRaFIsotopes_NormalizedOnMaxVal_3PeakZoo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" r="9928"/>
          <a:stretch/>
        </p:blipFill>
        <p:spPr bwMode="auto">
          <a:xfrm>
            <a:off x="0" y="1215745"/>
            <a:ext cx="9144000" cy="564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83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Alex Brinson\Documents\Research\GarciaRuizLab\RaF\RaF_MediumRes\RaF_MediumRes_AnalysisWork\FitResults\Mass247Fits\Scan[2311, 2322]Fits\Mass247_Scan[2311, 2322]_436bins_4peaksFi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1" t="7293" r="9584" b="6250"/>
          <a:stretch/>
        </p:blipFill>
        <p:spPr bwMode="auto">
          <a:xfrm>
            <a:off x="0" y="0"/>
            <a:ext cx="9144000" cy="579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Alex Brinson\Documents\Research\GarciaRuizLab\RaF\RaF_MediumRes\RaF_MediumRes_AnalysisWork\FitResults\RebinDependencePlots\Mass247Scan[2311, 2322]_4Peaks_EstimateSpread-Center Parame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8077200" y="2514600"/>
            <a:ext cx="228600" cy="20574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867400" y="2514600"/>
            <a:ext cx="609600" cy="20574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52800" y="2514600"/>
            <a:ext cx="1524000" cy="20574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38200" y="2590800"/>
            <a:ext cx="2438400" cy="19812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8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122"/>
                                        </p:tgtEl>
                                      </p:cBhvr>
                                      <p:by x="10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-0.21111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Alex Brinson\Documents\Research\GarciaRuizLab\RaF\RaF_MediumRes\RaF_MediumRes_AnalysisWork\FitResults\Mass247Fits\Scan[2311, 2322]Fits\Mass247_Scan[2311, 2322]_436bins_4peaksFi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1" t="7293" r="9584" b="6250"/>
          <a:stretch/>
        </p:blipFill>
        <p:spPr bwMode="auto">
          <a:xfrm>
            <a:off x="0" y="0"/>
            <a:ext cx="9144000" cy="579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Alex Brinson\Documents\Research\GarciaRuizLab\RaF\RaF_MediumRes\RaF_MediumRes_AnalysisWork\FitResults\RebinDependencePlots\Mass247Scan[2311, 2322]_4Peaks_EstimateSpread-Center Parame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7924800" y="381000"/>
            <a:ext cx="381000" cy="4191000"/>
          </a:xfrm>
          <a:prstGeom prst="straightConnector1">
            <a:avLst/>
          </a:prstGeom>
          <a:ln w="1905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867400" y="914400"/>
            <a:ext cx="533400" cy="3657600"/>
          </a:xfrm>
          <a:prstGeom prst="straightConnector1">
            <a:avLst/>
          </a:prstGeom>
          <a:ln w="1905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52800" y="1371600"/>
            <a:ext cx="1371600" cy="3200400"/>
          </a:xfrm>
          <a:prstGeom prst="straightConnector1">
            <a:avLst/>
          </a:prstGeom>
          <a:ln w="1905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38200" y="1676400"/>
            <a:ext cx="2438400" cy="2895600"/>
          </a:xfrm>
          <a:prstGeom prst="straightConnector1">
            <a:avLst/>
          </a:prstGeom>
          <a:ln w="1905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3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" fill="hold"/>
                                        <p:tgtEl>
                                          <p:spTgt spid="5122"/>
                                        </p:tgtEl>
                                      </p:cBhvr>
                                      <p:by x="10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6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-0.21111 " pathEditMode="relative" rAng="0" ptsTypes="AA">
                                      <p:cBhvr>
                                        <p:cTn id="8" dur="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Alex Brinson\Documents\Research\GarciaRuizLab\RaF\RaF_MediumRes\RaF_MediumRes_AnalysisWork\FitResults\Mass247Fits\Scan[2311, 2322]Fits\Mass247_Scan[2311, 2322]_436bins_4peaksFi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1" t="7293" r="9584" b="6250"/>
          <a:stretch/>
        </p:blipFill>
        <p:spPr bwMode="auto">
          <a:xfrm>
            <a:off x="0" y="-31810"/>
            <a:ext cx="9144000" cy="297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Alex Brinson\Documents\Research\GarciaRuizLab\RaF\RaF_MediumRes\RaF_MediumRes_AnalysisWork\FitResults\RebinDependencePlots\Mass247Scan[2311, 2322]_4Peaks_EstimateSpread-local maxima from fit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 flipH="1">
            <a:off x="5868140" y="1905000"/>
            <a:ext cx="532660" cy="2649245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963270" y="426128"/>
            <a:ext cx="363984" cy="4110362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52800" y="2317072"/>
            <a:ext cx="1450019" cy="2254928"/>
          </a:xfrm>
          <a:prstGeom prst="straightConnector1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38200" y="2574524"/>
            <a:ext cx="2357761" cy="1997476"/>
          </a:xfrm>
          <a:prstGeom prst="straightConnector1">
            <a:avLst/>
          </a:prstGeom>
          <a:ln w="28575">
            <a:solidFill>
              <a:srgbClr val="7030A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7963270" y="1216241"/>
            <a:ext cx="363984" cy="332024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97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Alex Brinson\Documents\Research\GarciaRuizLab\RaF\RaF_MediumRes\RaF_MediumRes_AnalysisWork\FitResults\IsotopeDataFrameSummaryPlo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" t="5096" r="9611" b="4936"/>
          <a:stretch/>
        </p:blipFill>
        <p:spPr bwMode="auto">
          <a:xfrm>
            <a:off x="0" y="609600"/>
            <a:ext cx="9144000" cy="573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89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lex Brinson\Documents\Research\GarciaRuizLab\RaF\RaF_MediumRes\RaF_MediumRes_AnalysisWork\FitResults\IsotopeShiftDiffTransitions_SkewedMu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4490" r="9466" b="4895"/>
          <a:stretch/>
        </p:blipFill>
        <p:spPr bwMode="auto">
          <a:xfrm>
            <a:off x="0" y="411747"/>
            <a:ext cx="9144000" cy="598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20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1" name="Picture 9" descr="C:\Users\Alex Brinson\Documents\Research\GarciaRuizLab\RaF\RaF_MediumRes\RaF_MediumRes_AnalysisWork\FitResults\IsotopeShiftDiffMethods_0-0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" t="5093" r="8751" b="5555"/>
          <a:stretch/>
        </p:blipFill>
        <p:spPr bwMode="auto">
          <a:xfrm>
            <a:off x="0" y="533401"/>
            <a:ext cx="9144000" cy="58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8974"/>
            <a:ext cx="82296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8202" name="Picture 10" descr="C:\Users\Alex Brinson\Documents\Research\GarciaRuizLab\RaF\RaF_MediumRes\RaF_MediumRes_AnalysisWork\FitResults\IsotopeShiftDiffMethods_1-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" t="5093" r="8751" b="5555"/>
          <a:stretch/>
        </p:blipFill>
        <p:spPr bwMode="auto">
          <a:xfrm>
            <a:off x="0" y="533401"/>
            <a:ext cx="9144000" cy="58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C:\Users\Alex Brinson\Documents\Research\GarciaRuizLab\RaF\RaF_MediumRes\RaF_MediumRes_AnalysisWork\FitResults\IsotopeShiftDiffMethods_2-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" t="5093" r="8751" b="5555"/>
          <a:stretch/>
        </p:blipFill>
        <p:spPr bwMode="auto">
          <a:xfrm>
            <a:off x="0" y="533401"/>
            <a:ext cx="9144000" cy="58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C:\Users\Alex Brinson\Documents\Research\GarciaRuizLab\RaF\RaF_MediumRes\RaF_MediumRes_AnalysisWork\FitResults\IsotopeShiftDiffMethods_3-3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" t="5093" r="8751" b="5555"/>
          <a:stretch/>
        </p:blipFill>
        <p:spPr bwMode="auto">
          <a:xfrm>
            <a:off x="0" y="533400"/>
            <a:ext cx="9144000" cy="58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27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1440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C:\Users\Alex Brinson\Documents\Research\GarciaRuizLab\RaF\RaF_MediumRes\RaF_MediumRes_AnalysisWork\OverviewFigures\242ScanOverviewFig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6933"/>
            <a:ext cx="9144000" cy="60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r>
              <a:rPr lang="en-US" dirty="0" smtClean="0"/>
              <a:t>Scans Included in Analysis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828800" y="5181600"/>
            <a:ext cx="1143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222500" y="4978400"/>
            <a:ext cx="1143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90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:\Users\Alex Brinson\Documents\Research\GarciaRuizLab\RaF\RaF_MediumRes\RaF_MediumRes_AnalysisWork\OverviewFigures\243ScanOverviewFig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2589"/>
            <a:ext cx="9144000" cy="585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5257800" y="3429000"/>
            <a:ext cx="3683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105400" y="2438400"/>
            <a:ext cx="52070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514600" y="1600200"/>
            <a:ext cx="52070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Scans Included in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6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C:\Users\Alex Brinson\Documents\Research\GarciaRuizLab\RaF\RaF_MediumRes\RaF_MediumRes_AnalysisWork\OverviewFigures\244ScanOverviewFig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9247"/>
            <a:ext cx="9144000" cy="580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378200" y="3581400"/>
            <a:ext cx="1143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378200" y="1981200"/>
            <a:ext cx="1143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267200" y="5181600"/>
            <a:ext cx="1143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Scans Included in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89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Alex Brinson\Documents\Research\GarciaRuizLab\RaF\RaF_MediumRes\RaF_MediumRes_AnalysisWork\OverviewFigures\245ScanOverviewFigure_LowResSubsetAnalyzedForNaturePap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9765"/>
            <a:ext cx="9144000" cy="574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Scans Included in Analysis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447800" y="3644900"/>
            <a:ext cx="838200" cy="952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y 5"/>
          <p:cNvSpPr/>
          <p:nvPr/>
        </p:nvSpPr>
        <p:spPr>
          <a:xfrm>
            <a:off x="609600" y="4121150"/>
            <a:ext cx="2590800" cy="2508250"/>
          </a:xfrm>
          <a:prstGeom prst="mathMultiply">
            <a:avLst>
              <a:gd name="adj1" fmla="val 604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C:\Users\Alex Brinson\Documents\Research\GarciaRuizLab\RaF\RaF_MediumRes\RaF_MediumRes_AnalysisWork\OverviewFigures\247ScanOverviewFig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2589"/>
            <a:ext cx="9144000" cy="585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Scans Included in Analysis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114800" y="2514600"/>
            <a:ext cx="3683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962400" y="1524000"/>
            <a:ext cx="52070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90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30</Words>
  <Application>Microsoft Office PowerPoint</Application>
  <PresentationFormat>On-screen Show (4:3)</PresentationFormat>
  <Paragraphs>10</Paragraphs>
  <Slides>15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Isotope Shift Analysis for 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Scans Included in Analysis</vt:lpstr>
      <vt:lpstr>Scans Included in Analysis</vt:lpstr>
      <vt:lpstr>Scans Included in Analysis</vt:lpstr>
      <vt:lpstr>Scans Included in Analysis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Isotope Shift Analysis for RaF</dc:title>
  <dc:creator>Alex Brinson</dc:creator>
  <cp:lastModifiedBy>Alex Brinson</cp:lastModifiedBy>
  <cp:revision>16</cp:revision>
  <dcterms:created xsi:type="dcterms:W3CDTF">2019-08-12T02:49:51Z</dcterms:created>
  <dcterms:modified xsi:type="dcterms:W3CDTF">2019-08-12T09:26:44Z</dcterms:modified>
</cp:coreProperties>
</file>