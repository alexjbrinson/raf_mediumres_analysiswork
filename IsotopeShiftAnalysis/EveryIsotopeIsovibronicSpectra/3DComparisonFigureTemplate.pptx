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4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4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7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4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3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8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92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5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FC0AB-31B1-4E20-ABA4-89389D530285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C6F7D-EDE1-4D84-86BF-B79472ED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6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186" y="762000"/>
            <a:ext cx="6446786" cy="5626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13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Brinson</dc:creator>
  <cp:lastModifiedBy>Alex Brinson</cp:lastModifiedBy>
  <cp:revision>2</cp:revision>
  <dcterms:created xsi:type="dcterms:W3CDTF">2020-05-29T15:21:30Z</dcterms:created>
  <dcterms:modified xsi:type="dcterms:W3CDTF">2020-05-29T16:36:41Z</dcterms:modified>
</cp:coreProperties>
</file>