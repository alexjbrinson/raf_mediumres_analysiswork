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0" r:id="rId4"/>
    <p:sldId id="259" r:id="rId5"/>
    <p:sldId id="266" r:id="rId6"/>
    <p:sldId id="262" r:id="rId7"/>
    <p:sldId id="263" r:id="rId8"/>
    <p:sldId id="264" r:id="rId9"/>
    <p:sldId id="265" r:id="rId10"/>
    <p:sldId id="267" r:id="rId11"/>
    <p:sldId id="25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182" y="-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9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1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4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33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9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3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5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0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B2A70-0F9E-4F0C-BA57-B96D9B28A458}" type="datetimeFigureOut">
              <a:rPr lang="en-US" smtClean="0"/>
              <a:t>6/25/2020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9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my analysis felt like a garbage fire</a:t>
            </a:r>
            <a:br>
              <a:rPr lang="en-US" dirty="0" smtClean="0"/>
            </a:br>
            <a:r>
              <a:rPr lang="en-US" dirty="0" smtClean="0"/>
              <a:t>(and how it’s getting better)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743200" y="1828800"/>
            <a:ext cx="3346468" cy="5029200"/>
            <a:chOff x="2743200" y="1143000"/>
            <a:chExt cx="3802804" cy="5715000"/>
          </a:xfrm>
        </p:grpSpPr>
        <p:pic>
          <p:nvPicPr>
            <p:cNvPr id="5122" name="Picture 2" descr="C:\Users\Alex Brinson\AppData\Local\Microsoft\Windows\INetCache\IE\Z4WJSZJY\garbage-40357_960_720[1]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2895600"/>
              <a:ext cx="3802804" cy="396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6" t="8505" r="20157"/>
            <a:stretch/>
          </p:blipFill>
          <p:spPr bwMode="auto">
            <a:xfrm>
              <a:off x="3241098" y="1143000"/>
              <a:ext cx="3304906" cy="2459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2344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lex Brinson\Documents\Research\GarciaRuizLab\RaF\RaF_MediumRes\RaF_MediumRes_AnalysisWork\FitResults\IsotopeShiftVsChargeRadTransitions_SkewedMu_forceOrigTru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599"/>
            <a:ext cx="9144000" cy="548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lex Brinson\Documents\Research\GarciaRuizLab\RaF\RaF_MediumRes\RaF_MediumRes_AnalysisWork\FitResults\IsotopeShiftVsChargeRadTransitions_LocMaxFit_forceOrigTru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90650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30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 descr="C:\Users\Alex Brinson\Documents\Research\GarciaRuizLab\RaF\RaF_MediumRes\RaF_MediumRes_AnalysisWork\FitResults\Mass245Fits\Scan[2309, 2310, 2320]Fits\res0.05\Mass245_Scan[2309, 2310, 2320]_610bins_4peaksFit_Subsamp0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"/>
          <a:stretch/>
        </p:blipFill>
        <p:spPr bwMode="auto">
          <a:xfrm>
            <a:off x="7257" y="1061049"/>
            <a:ext cx="9144000" cy="579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40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Fit Local Max as a Random Process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4" r="7812" b="4318"/>
          <a:stretch/>
        </p:blipFill>
        <p:spPr bwMode="auto">
          <a:xfrm>
            <a:off x="-1" y="833025"/>
            <a:ext cx="9144000" cy="3710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43226"/>
            <a:ext cx="9144000" cy="2314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10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828800" y="30173"/>
            <a:ext cx="5867400" cy="6929989"/>
            <a:chOff x="2438400" y="1371600"/>
            <a:chExt cx="4731657" cy="5588562"/>
          </a:xfrm>
        </p:grpSpPr>
        <p:grpSp>
          <p:nvGrpSpPr>
            <p:cNvPr id="4" name="Group 3"/>
            <p:cNvGrpSpPr/>
            <p:nvPr/>
          </p:nvGrpSpPr>
          <p:grpSpPr>
            <a:xfrm>
              <a:off x="2743200" y="1930962"/>
              <a:ext cx="3346468" cy="5029200"/>
              <a:chOff x="2743200" y="1143000"/>
              <a:chExt cx="3802804" cy="5715000"/>
            </a:xfrm>
          </p:grpSpPr>
          <p:pic>
            <p:nvPicPr>
              <p:cNvPr id="5" name="Picture 2" descr="C:\Users\Alex Brinson\AppData\Local\Microsoft\Windows\INetCache\IE\Z4WJSZJY\garbage-40357_960_720[1].pn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2895600"/>
                <a:ext cx="3802804" cy="3962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" t="8505" r="20157"/>
              <a:stretch/>
            </p:blipFill>
            <p:spPr bwMode="auto">
              <a:xfrm>
                <a:off x="3241098" y="1143000"/>
                <a:ext cx="3304906" cy="2459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5122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231"/>
            <a:stretch/>
          </p:blipFill>
          <p:spPr bwMode="auto">
            <a:xfrm>
              <a:off x="2438400" y="1371600"/>
              <a:ext cx="4731657" cy="2723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8744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Sources of Error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Dependence on polynomial order</a:t>
            </a:r>
          </a:p>
          <a:p>
            <a:r>
              <a:rPr lang="en-US" sz="2400" dirty="0" smtClean="0"/>
              <a:t>Dependence on weighting of residuals</a:t>
            </a:r>
            <a:endParaRPr lang="en-US" sz="2400" dirty="0"/>
          </a:p>
        </p:txBody>
      </p:sp>
      <p:pic>
        <p:nvPicPr>
          <p:cNvPr id="2050" name="Picture 2" descr="C:\Users\Alex Brinson\Documents\Research\GarciaRuizLab\RaF\RaF_MediumRes\RaF_MediumRes_AnalysisWork\Update19Jun2020\242PeakEstsVsPolyOrder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8" t="8236" r="9584" b="4412"/>
          <a:stretch/>
        </p:blipFill>
        <p:spPr bwMode="auto">
          <a:xfrm>
            <a:off x="0" y="2145683"/>
            <a:ext cx="9144000" cy="471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4"/>
          <p:cNvSpPr/>
          <p:nvPr/>
        </p:nvSpPr>
        <p:spPr>
          <a:xfrm>
            <a:off x="1714500" y="2771775"/>
            <a:ext cx="81031" cy="304800"/>
          </a:xfrm>
          <a:custGeom>
            <a:avLst/>
            <a:gdLst>
              <a:gd name="connsiteX0" fmla="*/ 162063 w 162063"/>
              <a:gd name="connsiteY0" fmla="*/ 0 h 390525"/>
              <a:gd name="connsiteX1" fmla="*/ 47763 w 162063"/>
              <a:gd name="connsiteY1" fmla="*/ 123825 h 390525"/>
              <a:gd name="connsiteX2" fmla="*/ 57288 w 162063"/>
              <a:gd name="connsiteY2" fmla="*/ 171450 h 390525"/>
              <a:gd name="connsiteX3" fmla="*/ 138 w 162063"/>
              <a:gd name="connsiteY3" fmla="*/ 180975 h 390525"/>
              <a:gd name="connsiteX4" fmla="*/ 76338 w 162063"/>
              <a:gd name="connsiteY4" fmla="*/ 209550 h 390525"/>
              <a:gd name="connsiteX5" fmla="*/ 66813 w 162063"/>
              <a:gd name="connsiteY5" fmla="*/ 333375 h 390525"/>
              <a:gd name="connsiteX6" fmla="*/ 133488 w 162063"/>
              <a:gd name="connsiteY6" fmla="*/ 381000 h 390525"/>
              <a:gd name="connsiteX7" fmla="*/ 123963 w 162063"/>
              <a:gd name="connsiteY7" fmla="*/ 390525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063" h="390525">
                <a:moveTo>
                  <a:pt x="162063" y="0"/>
                </a:moveTo>
                <a:cubicBezTo>
                  <a:pt x="113644" y="47625"/>
                  <a:pt x="65225" y="95250"/>
                  <a:pt x="47763" y="123825"/>
                </a:cubicBezTo>
                <a:cubicBezTo>
                  <a:pt x="30301" y="152400"/>
                  <a:pt x="65225" y="161925"/>
                  <a:pt x="57288" y="171450"/>
                </a:cubicBezTo>
                <a:cubicBezTo>
                  <a:pt x="49351" y="180975"/>
                  <a:pt x="-3037" y="174625"/>
                  <a:pt x="138" y="180975"/>
                </a:cubicBezTo>
                <a:cubicBezTo>
                  <a:pt x="3313" y="187325"/>
                  <a:pt x="65226" y="184150"/>
                  <a:pt x="76338" y="209550"/>
                </a:cubicBezTo>
                <a:cubicBezTo>
                  <a:pt x="87450" y="234950"/>
                  <a:pt x="57288" y="304800"/>
                  <a:pt x="66813" y="333375"/>
                </a:cubicBezTo>
                <a:cubicBezTo>
                  <a:pt x="76338" y="361950"/>
                  <a:pt x="133488" y="381000"/>
                  <a:pt x="133488" y="381000"/>
                </a:cubicBezTo>
                <a:lnTo>
                  <a:pt x="123963" y="390525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 descr="C:\Users\Alex Brinson\Documents\Research\GarciaRuizLab\RaF\RaF_MediumRes\RaF_MediumRes_AnalysisWork\Update19Jun2020\242PeakEstsDiffVsPolyOrder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8" t="7999" r="9573" b="4680"/>
          <a:stretch/>
        </p:blipFill>
        <p:spPr bwMode="auto">
          <a:xfrm>
            <a:off x="0" y="2221905"/>
            <a:ext cx="9144000" cy="464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" r="3443"/>
          <a:stretch/>
        </p:blipFill>
        <p:spPr bwMode="auto">
          <a:xfrm>
            <a:off x="0" y="2026451"/>
            <a:ext cx="9144000" cy="4831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C:\Users\Alex Brinson\Documents\Research\GarciaRuizLab\RaF\RaF_MediumRes\RaF_MediumRes_AnalysisWork\Update19Jun2020\242ChiSqVsPolyOrder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27" t="8700" r="9726" b="4806"/>
          <a:stretch/>
        </p:blipFill>
        <p:spPr bwMode="auto">
          <a:xfrm>
            <a:off x="0" y="2202672"/>
            <a:ext cx="9144000" cy="465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75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 245 Being Weird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Alex Brinson\Documents\Research\GarciaRuizLab\RaF\RaF_MediumRes\RaF_MediumRes_AnalysisWork\Update19Jun2020\245PeakEstsVsPolyOrder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9" t="8086" r="9024" b="4800"/>
          <a:stretch/>
        </p:blipFill>
        <p:spPr bwMode="auto">
          <a:xfrm>
            <a:off x="0" y="2242248"/>
            <a:ext cx="9144000" cy="461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0" t="6680" r="6826" b="5225"/>
          <a:stretch/>
        </p:blipFill>
        <p:spPr bwMode="auto">
          <a:xfrm>
            <a:off x="0" y="1371601"/>
            <a:ext cx="9144000" cy="5486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515" y="1752600"/>
            <a:ext cx="537748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984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2-&gt;2 Not Fitting In</a:t>
            </a:r>
            <a:endParaRPr lang="en-US" dirty="0"/>
          </a:p>
        </p:txBody>
      </p:sp>
      <p:pic>
        <p:nvPicPr>
          <p:cNvPr id="4098" name="Picture 2" descr="C:\Users\Alex Brinson\Documents\Research\GarciaRuizLab\RaF\RaF_MediumRes\RaF_MediumRes_AnalysisWork\Update19Jun2020\IsotopeShiftVsChargeRadTransitions_LocMaxPoly_forceOrigTru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Alex Brinson\Documents\Research\GarciaRuizLab\RaF\RaF_MediumRes\RaF_MediumRes_AnalysisWork\Update19Jun2020\IsotopeShiftVsChargeRadTransitions_LocMaxPoly_forceOrigFals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599"/>
            <a:ext cx="9144000" cy="548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Alex Brinson\Documents\Research\GarciaRuizLab\RaF\RaF_MediumRes\RaF_MediumRes_AnalysisWork\Update19Jun2020\IsotopeShiftVsChargeRadTransitions_LocMaxFit_forceOrigTru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21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Arguments in favor of pursuing Polynomial approach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Independent estimates are good</a:t>
            </a:r>
          </a:p>
          <a:p>
            <a:r>
              <a:rPr lang="en-US" dirty="0" smtClean="0"/>
              <a:t>Want to extract peak positions - don’t care need to model entire spectrum</a:t>
            </a:r>
          </a:p>
          <a:p>
            <a:r>
              <a:rPr lang="en-US" dirty="0" smtClean="0"/>
              <a:t>Linear fits are fast – can incorporate in random process and actually get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3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Fix/understand 2-&gt;2 estimate for mass 245</a:t>
            </a:r>
          </a:p>
          <a:p>
            <a:r>
              <a:rPr lang="en-US" dirty="0" smtClean="0"/>
              <a:t>Finish characterizing uncertainty on estimates from polynomial fits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16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Alex Brinson\Documents\Research\GarciaRuizLab\RaF\RaF_MediumRes\RaF_MediumRes_AnalysisWork\Update19Jun2020\SmoothingFull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7" t="3380" r="8818" b="5583"/>
          <a:stretch/>
        </p:blipFill>
        <p:spPr bwMode="auto">
          <a:xfrm>
            <a:off x="205381" y="1901189"/>
            <a:ext cx="8252819" cy="442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704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</TotalTime>
  <Words>94</Words>
  <Application>Microsoft Office PowerPoint</Application>
  <PresentationFormat>On-screen Show (4:3)</PresentationFormat>
  <Paragraphs>14</Paragraphs>
  <Slides>11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Why my analysis felt like a garbage fire (and how it’s getting better)</vt:lpstr>
      <vt:lpstr>PowerPoint Presentation</vt:lpstr>
      <vt:lpstr>PowerPoint Presentation</vt:lpstr>
      <vt:lpstr>Fit Local Max as a Random Process</vt:lpstr>
      <vt:lpstr>PowerPoint Presentation</vt:lpstr>
      <vt:lpstr>Additional Sources of Error</vt:lpstr>
      <vt:lpstr>Mass 245 Being Weird</vt:lpstr>
      <vt:lpstr>2-&gt;2 Not Fitting In</vt:lpstr>
      <vt:lpstr>Arguments in favor of pursuing Polynomial approach </vt:lpstr>
      <vt:lpstr>Next Steps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Brinson</dc:creator>
  <cp:lastModifiedBy>Alex Brinson</cp:lastModifiedBy>
  <cp:revision>19</cp:revision>
  <dcterms:created xsi:type="dcterms:W3CDTF">2020-06-17T02:41:21Z</dcterms:created>
  <dcterms:modified xsi:type="dcterms:W3CDTF">2020-06-26T18:04:48Z</dcterms:modified>
</cp:coreProperties>
</file>